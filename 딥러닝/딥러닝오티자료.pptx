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embeddedFontLst>
    <p:embeddedFont>
      <p:font typeface="HY견명조" panose="02030600000101010101" pitchFamily="18" charset="-127"/>
      <p:regular r:id="rId4"/>
    </p:embeddedFont>
    <p:embeddedFont>
      <p:font typeface="맑은 고딕" panose="020B0503020000020004" pitchFamily="50" charset="-127"/>
      <p:regular r:id="rId5"/>
      <p:bold r:id="rId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111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08033-31E7-43B0-8019-FB5945148D0F}" type="datetimeFigureOut">
              <a:rPr lang="ko-KR" altLang="en-US" smtClean="0"/>
              <a:pPr/>
              <a:t>2026-08-30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18EC-BAD4-4839-8231-2E7C5083E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400002"/>
            <a:ext cx="8229600" cy="512534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한진호 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: </a:t>
            </a:r>
            <a:r>
              <a:rPr lang="en-US" altLang="ko-KR" sz="1900" dirty="0">
                <a:latin typeface="HY견명조" pitchFamily="18" charset="-127"/>
                <a:ea typeface="HY견명조" pitchFamily="18" charset="-127"/>
              </a:rPr>
              <a:t>AI</a:t>
            </a:r>
            <a:r>
              <a:rPr lang="ko-KR" altLang="en-US" sz="1900" dirty="0">
                <a:latin typeface="HY견명조" pitchFamily="18" charset="-127"/>
                <a:ea typeface="HY견명조" pitchFamily="18" charset="-127"/>
              </a:rPr>
              <a:t>융합학부 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010-6249-6361(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복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508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호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)</a:t>
            </a:r>
          </a:p>
          <a:p>
            <a:pPr>
              <a:lnSpc>
                <a:spcPct val="170000"/>
              </a:lnSpc>
            </a:pP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좌석은 딥러닝 코딩실습을 위해 한 학기 지정석으로 합니다 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(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노트북 사용 가능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)</a:t>
            </a:r>
          </a:p>
          <a:p>
            <a:pPr>
              <a:lnSpc>
                <a:spcPct val="170000"/>
              </a:lnSpc>
            </a:pP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출석 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10%, 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중간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 35%, 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기말 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35%, 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과제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15%,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    TBL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발표토론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5%</a:t>
            </a:r>
          </a:p>
          <a:p>
            <a:pPr>
              <a:lnSpc>
                <a:spcPct val="170000"/>
              </a:lnSpc>
            </a:pP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출석 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: 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결석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1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회 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or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 지각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3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회 </a:t>
            </a:r>
            <a:r>
              <a:rPr lang="en-US" altLang="ko-KR" sz="2400" dirty="0">
                <a:latin typeface="HY견명조" pitchFamily="18" charset="-127"/>
                <a:ea typeface="HY견명조" pitchFamily="18" charset="-127"/>
              </a:rPr>
              <a:t>1</a:t>
            </a:r>
            <a:r>
              <a:rPr lang="ko-KR" altLang="en-US" sz="2400" dirty="0">
                <a:latin typeface="HY견명조" pitchFamily="18" charset="-127"/>
                <a:ea typeface="HY견명조" pitchFamily="18" charset="-127"/>
              </a:rPr>
              <a:t>점 감점</a:t>
            </a:r>
            <a:endParaRPr lang="en-US" altLang="ko-KR" sz="2400" dirty="0"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16450" y="260648"/>
            <a:ext cx="52758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딥러닝 수업개요</a:t>
            </a:r>
            <a:endParaRPr lang="en-US" altLang="ko-KR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9647EC9-901A-4BE4-9C2E-BCFE5707A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52" y="0"/>
            <a:ext cx="52938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96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2085</TotalTime>
  <Words>54</Words>
  <Application>Microsoft Office PowerPoint</Application>
  <PresentationFormat>화면 슬라이드 쇼(4:3)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HY견명조</vt:lpstr>
      <vt:lpstr>맑은 고딕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프리젠테이션</dc:title>
  <dc:creator>user</dc:creator>
  <cp:lastModifiedBy>한진호</cp:lastModifiedBy>
  <cp:revision>26</cp:revision>
  <dcterms:created xsi:type="dcterms:W3CDTF">2015-08-24T04:30:06Z</dcterms:created>
  <dcterms:modified xsi:type="dcterms:W3CDTF">2026-08-30T10:13:47Z</dcterms:modified>
</cp:coreProperties>
</file>